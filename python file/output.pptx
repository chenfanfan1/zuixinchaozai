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选型背景与核心原则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当前痛点</a:t>
            </a:r>
          </a:p>
          <a:p>
            <a:pPr>
              <a:defRPr sz="1400"/>
            </a:pPr>
            <a:r>
              <a:t>多点分散、规模偏小</a:t>
            </a:r>
            <a:br/>
            <a:r>
              <a:t>各快递企业在平安、万德、崮云湖等地设点，资源难以整合</a:t>
            </a:r>
          </a:p>
          <a:p>
            <a:pPr>
              <a:defRPr sz="1400"/>
            </a:pPr>
            <a:r>
              <a:t>功能单一、自动化水平低</a:t>
            </a:r>
            <a:br/>
            <a:r>
              <a:t>普遍依赖人工分拣，效率受限，错误率高</a:t>
            </a:r>
          </a:p>
          <a:p>
            <a:pPr>
              <a:defRPr sz="1400"/>
            </a:pPr>
            <a:r>
              <a:t>仓储资源碎片化</a:t>
            </a:r>
            <a:br/>
            <a:r>
              <a:t>配送线路重叠，末端派送成本高、时效差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选型核心原则</a:t>
            </a:r>
          </a:p>
          <a:p>
            <a:pPr>
              <a:defRPr sz="1400"/>
            </a:pPr>
            <a:r>
              <a:t>✅ 标准化：统一设备规格，支撑未来区域协同</a:t>
            </a:r>
          </a:p>
          <a:p>
            <a:pPr>
              <a:defRPr sz="1400"/>
            </a:pPr>
            <a:r>
              <a:t>✅ 柔性化：灵活应对电商大促等业务波动</a:t>
            </a:r>
          </a:p>
          <a:p>
            <a:pPr>
              <a:defRPr sz="1400"/>
            </a:pPr>
            <a:r>
              <a:t>✅ 高性价比：初期投入可控，长期运营成本低</a:t>
            </a:r>
          </a:p>
          <a:p>
            <a:pPr>
              <a:defRPr sz="1400"/>
            </a:pPr>
            <a:r>
              <a:t>✅ 人机协同友好：降低操作门槛，提升作业安全性与效率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叉车设备选型建议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核心需求</a:t>
            </a:r>
          </a:p>
          <a:p>
            <a:pPr>
              <a:defRPr sz="1400"/>
            </a:pPr>
            <a:r>
              <a:t>适应中小型分拨中心有限作业空间</a:t>
            </a:r>
          </a:p>
          <a:p>
            <a:pPr>
              <a:defRPr sz="1400"/>
            </a:pPr>
            <a:r>
              <a:t>支持高频次、短距离搬运任务</a:t>
            </a:r>
          </a:p>
          <a:p>
            <a:pPr>
              <a:defRPr sz="1400"/>
            </a:pPr>
            <a:r>
              <a:t>降低人工劳动强度，提升装卸效率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推荐方案</a:t>
            </a:r>
            <a:br/>
            <a:r>
              <a:t>🔹 主力设备：电动托盘搬运车（地牛）</a:t>
            </a:r>
          </a:p>
          <a:p>
            <a:pPr>
              <a:defRPr sz="1400"/>
            </a:pPr>
            <a:r>
              <a:t>成本低、操作灵活、维护简便</a:t>
            </a:r>
          </a:p>
          <a:p>
            <a:pPr>
              <a:defRPr sz="1400"/>
            </a:pPr>
            <a:r>
              <a:t>适用于分拨中心内部平面货物转运，替代人工手推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2004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🔹 辅助设备：前移式叉车（窄巷道型）</a:t>
            </a:r>
          </a:p>
          <a:p>
            <a:pPr>
              <a:defRPr sz="1400"/>
            </a:pPr>
            <a:r>
              <a:t>可在1.7–2米窄通道内作业</a:t>
            </a:r>
          </a:p>
          <a:p>
            <a:pPr>
              <a:defRPr sz="1400"/>
            </a:pPr>
            <a:r>
              <a:t>支持4–10米高位货架存取，显著提升垂直空间利用率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托盘设备选型建议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核心需求</a:t>
            </a:r>
          </a:p>
          <a:p>
            <a:pPr>
              <a:defRPr sz="1400"/>
            </a:pPr>
            <a:r>
              <a:t>高频使用下的高耐用性与低维护成本</a:t>
            </a:r>
          </a:p>
          <a:p>
            <a:pPr>
              <a:defRPr sz="1400"/>
            </a:pPr>
            <a:r>
              <a:t>满足高校、电商园对卫生与安全的要求</a:t>
            </a:r>
          </a:p>
          <a:p>
            <a:pPr>
              <a:defRPr sz="1400"/>
            </a:pPr>
            <a:r>
              <a:t>兼容未来自动化设备（如AGV、输送线）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推荐方案</a:t>
            </a:r>
            <a:br/>
            <a:r>
              <a:t>🔸 首选：1200×1000mm 标准塑料托盘（HDPE/PP材质）</a:t>
            </a:r>
          </a:p>
          <a:p>
            <a:pPr>
              <a:defRPr sz="1400"/>
            </a:pPr>
            <a:r>
              <a:t>耐用免维护：抗摔、防潮、耐腐蚀，全生命周期成本低</a:t>
            </a:r>
          </a:p>
          <a:p>
            <a:pPr>
              <a:defRPr sz="1400"/>
            </a:pPr>
            <a:r>
              <a:t>卫生安全：表面光滑易清洁，无木屑、虫害风险，符合高标准仓储环境</a:t>
            </a:r>
          </a:p>
          <a:p>
            <a:pPr>
              <a:defRPr sz="1400"/>
            </a:pPr>
            <a:r>
              <a:t>利于协同：标准化尺寸，便于在各分拨点间流转，为区域仓配一体化及无人机配送等新场景预留接口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货架系统选型建议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核心需求</a:t>
            </a:r>
          </a:p>
          <a:p>
            <a:pPr>
              <a:defRPr sz="1400"/>
            </a:pPr>
            <a:r>
              <a:t>在小面积仓库内最大化存储密度</a:t>
            </a:r>
          </a:p>
          <a:p>
            <a:pPr>
              <a:defRPr sz="1400"/>
            </a:pPr>
            <a:r>
              <a:t>模块化设计，便于未来扩展或整合</a:t>
            </a:r>
          </a:p>
          <a:p>
            <a:pPr>
              <a:defRPr sz="1400"/>
            </a:pPr>
            <a:r>
              <a:t>支持快递“快进快出”的高频作业模式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推荐方案</a:t>
            </a:r>
            <a:br/>
            <a:r>
              <a:t>🔷 主力货架：窄巷道货架（VNA）</a:t>
            </a:r>
          </a:p>
          <a:p>
            <a:pPr>
              <a:defRPr sz="1400"/>
            </a:pPr>
            <a:r>
              <a:t>通道宽度仅1.7–2米，比传统货架节省近50%地面空间</a:t>
            </a:r>
          </a:p>
          <a:p>
            <a:pPr>
              <a:defRPr sz="1400"/>
            </a:pPr>
            <a:r>
              <a:t>配合前移式叉车，实现4–10米高位存取，仓容提升30%以上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2004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🔷 辅助货架：轻型/中型层板货架</a:t>
            </a:r>
          </a:p>
          <a:p>
            <a:pPr>
              <a:defRPr sz="1400"/>
            </a:pPr>
            <a:r>
              <a:t>适用于零散小件暂存、分拣区补货</a:t>
            </a:r>
          </a:p>
          <a:p>
            <a:pPr>
              <a:defRPr sz="1400"/>
            </a:pPr>
            <a:r>
              <a:t>取用灵活，安装便捷，成本低，适合过渡期使用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周转箱选型建议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核心需求</a:t>
            </a:r>
          </a:p>
          <a:p>
            <a:pPr>
              <a:defRPr sz="1400"/>
            </a:pPr>
            <a:r>
              <a:t>适配电商小批量、多批次订单分拣</a:t>
            </a:r>
          </a:p>
          <a:p>
            <a:pPr>
              <a:defRPr sz="1400"/>
            </a:pPr>
            <a:r>
              <a:t>易于堆叠、搬运、盘点</a:t>
            </a:r>
          </a:p>
          <a:p>
            <a:pPr>
              <a:defRPr sz="1400"/>
            </a:pPr>
            <a:r>
              <a:t>有效保护商品，降低货损率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推荐方案</a:t>
            </a:r>
            <a:br/>
            <a:r>
              <a:t>🔶 主力周转箱：600×400×340mm 标准塑料周转箱（HDPE/PP材质）</a:t>
            </a:r>
          </a:p>
          <a:p>
            <a:pPr>
              <a:defRPr sz="1400"/>
            </a:pPr>
            <a:r>
              <a:t>行业通用：与1200×1000mm托盘完美匹配，可整齐码放2×2，空间利用率高</a:t>
            </a:r>
          </a:p>
          <a:p>
            <a:pPr>
              <a:defRPr sz="1400"/>
            </a:pPr>
            <a:r>
              <a:t>坚固耐用：承重≥300kg，抗冲击、防潮，适用于仓内转运及短途配送</a:t>
            </a:r>
          </a:p>
          <a:p>
            <a:pPr>
              <a:defRPr sz="1400"/>
            </a:pPr>
            <a:r>
              <a:t>功能性强：建议选用带防滑底纹、可稳固堆叠型号；部分箱体可配盖，满足防尘、防盗需求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